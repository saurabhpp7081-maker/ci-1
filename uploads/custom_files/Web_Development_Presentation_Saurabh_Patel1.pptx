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Web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Building the Modern Web</a:t>
            </a:r>
          </a:p>
          <a:p>
            <a:r>
              <a:t>Presented by: Saurabh Patel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Web Development?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Definition and scope</a:t>
            </a:r>
          </a:p>
          <a:p>
            <a:r>
              <a:t>• Frontend vs Backend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Web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Digital presence</a:t>
            </a:r>
          </a:p>
          <a:p>
            <a:r>
              <a:t>• E-commerce</a:t>
            </a:r>
          </a:p>
          <a:p>
            <a:r>
              <a:t>• Communication</a:t>
            </a:r>
          </a:p>
          <a:p>
            <a:r>
              <a:t>• Innovation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HTML, CSS, JavaScript</a:t>
            </a:r>
          </a:p>
          <a:p>
            <a:r>
              <a:t>• Frameworks: React, Angular, Vue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Languages: PHP, Python, Node.js, Java</a:t>
            </a:r>
          </a:p>
          <a:p>
            <a:r>
              <a:t>• Databases: MySQL, MongoDB</a:t>
            </a:r>
          </a:p>
          <a:p>
            <a:r>
              <a:t>• Frameworks: Django, Express.js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Full-Stack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Combination of frontend + backend</a:t>
            </a:r>
          </a:p>
          <a:p>
            <a:r>
              <a:t>• Example: MERN Stack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Development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Requirement Analysis</a:t>
            </a:r>
          </a:p>
          <a:p>
            <a:r>
              <a:t>• Design</a:t>
            </a:r>
          </a:p>
          <a:p>
            <a:r>
              <a:t>• Development</a:t>
            </a:r>
          </a:p>
          <a:p>
            <a:r>
              <a:t>• Testing</a:t>
            </a:r>
          </a:p>
          <a:p>
            <a:r>
              <a:t>• Deployment</a:t>
            </a:r>
          </a:p>
          <a:p>
            <a:r>
              <a:t>• Maintenance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Platforms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Editors: VS Code</a:t>
            </a:r>
          </a:p>
          <a:p>
            <a:r>
              <a:t>• Version Control: GitHub</a:t>
            </a:r>
          </a:p>
          <a:p>
            <a:r>
              <a:t>• Hosting: AWS, Netlify</a:t>
            </a:r>
          </a:p>
          <a:p>
            <a:r>
              <a:t>• CMS: WordPress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Trends in Web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PWAs</a:t>
            </a:r>
          </a:p>
          <a:p>
            <a:r>
              <a:t>• Responsive Design</a:t>
            </a:r>
          </a:p>
          <a:p>
            <a:r>
              <a:t>• AI &amp; Chatbots</a:t>
            </a:r>
          </a:p>
          <a:p>
            <a:r>
              <a:t>• Web3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Career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Frontend Developer</a:t>
            </a:r>
          </a:p>
          <a:p>
            <a:r>
              <a:t>• Backend Developer</a:t>
            </a:r>
          </a:p>
          <a:p>
            <a:r>
              <a:t>• Full-Stack Developer</a:t>
            </a:r>
          </a:p>
          <a:p>
            <a:r>
              <a:t>• UI/UX Designer</a:t>
            </a:r>
          </a:p>
          <a:p>
            <a:r>
              <a:t>• DevOps Engineer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Dynamic field</a:t>
            </a:r>
          </a:p>
          <a:p>
            <a:r>
              <a:t>• Skills in demand</a:t>
            </a:r>
          </a:p>
          <a:p>
            <a:r>
              <a:t>• Continuous learning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